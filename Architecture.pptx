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33" autoAdjust="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BC64E-06D3-49F8-887B-0FA5842EEDD1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50E38-C540-4244-A7F9-BC30944CC9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589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50E38-C540-4244-A7F9-BC30944CC9B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193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AB41D-1BC0-3F2C-D61B-A7A5E956E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94E95-2CC3-2797-099D-8D9E48B3A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4B32F-FA02-B117-F7B3-5E868C7D3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253B-A3FE-4FA1-B417-3FB5CC6F0534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273C3-C480-F2FB-7202-9E75787A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5AEBB-C0FD-50AA-5152-6C494B2A2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213A-AA85-4280-919F-D03C7EAD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0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6396-3291-3E51-19B4-B7F81573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32610-00C7-1CA6-D539-369442444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EC863-22DC-9A99-A86B-781629158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253B-A3FE-4FA1-B417-3FB5CC6F0534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5A359-0774-14E3-23FB-E495FD299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72934-8AB9-97F1-DFCD-81C5155AE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213A-AA85-4280-919F-D03C7EAD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57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309D2-160F-396C-AB02-49EBE73C5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74E33-9839-6FF7-2FDE-E1EFA0FCA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A9A9C-9977-6A05-4C3A-FD92DF9A2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253B-A3FE-4FA1-B417-3FB5CC6F0534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02CE9-B959-8EBB-E195-198AF69B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CE512-6BD1-A99E-17E0-3D8E539A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213A-AA85-4280-919F-D03C7EAD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10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B4A51-724A-16B8-6CF2-01BFE81F1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000AF-5DFE-E29B-1CDF-4574FA2700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CF557-8401-582B-6679-B62F4AA22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8284A-DDB4-86BE-B4A8-3F586C64A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253B-A3FE-4FA1-B417-3FB5CC6F0534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3B36A-7AB1-7B3D-537A-0BB969965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A125E-07B1-2275-0294-2BFC3E11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213A-AA85-4280-919F-D03C7EAD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186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AA517-C429-A2A8-A5F9-6BA7F12EC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F5CC9-FBE3-B4E4-0FB7-D31E8A767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964E8-9584-E4B5-076F-58751195B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97E7BF-BB75-2DA2-186F-F5B593046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4FBE91-CE7D-1A10-FDE9-29274BD3B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9A5E18-123A-80B3-9397-6B1AFB062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253B-A3FE-4FA1-B417-3FB5CC6F0534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FBE9D-D950-2461-6DD2-208DD66FD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4DBA62-E640-7E5E-56EF-44EFF5CF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213A-AA85-4280-919F-D03C7EAD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33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4E34-EAFF-5D33-5FC7-579B973F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3BF556-FC9E-3F1C-12CD-7B57B1D69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253B-A3FE-4FA1-B417-3FB5CC6F0534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9A93E9-2CBE-19C0-6737-0991407C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C415F-B226-1DE7-F929-DAEFEF3F1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213A-AA85-4280-919F-D03C7EAD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59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C45CAC-9818-674E-3195-27C8D916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253B-A3FE-4FA1-B417-3FB5CC6F0534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317262-379A-8EAA-390D-6CA73C28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BAB79-92E3-172A-FA7B-E5F586DF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213A-AA85-4280-919F-D03C7EAD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33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B4A0D-77B3-65C3-F7F3-0FF63935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1494-A450-14B4-6299-52C0AEC51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F21DB-16BA-8021-7963-F61786E91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6AEF9-8EAD-4C20-EB1F-613AC7B50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253B-A3FE-4FA1-B417-3FB5CC6F0534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8F16-2681-2D4D-D4A8-F934DA1A5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C7A86-B37F-7E8E-E329-DE03A4D8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213A-AA85-4280-919F-D03C7EAD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651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A534A-0055-6BC0-40EB-97E1FB6B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602730-AA42-A654-6E94-C6382997A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B1FE1-C549-6AEC-9961-696FCF79A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8AEE4-0D26-80FB-C30C-A8B015476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253B-A3FE-4FA1-B417-3FB5CC6F0534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7BACA-7442-AC53-008F-2F8FDC7E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638EC-89B4-F75E-F161-00563606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213A-AA85-4280-919F-D03C7EAD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510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7A6E7-8243-01E3-CEBB-546491B35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702A1-4155-7B77-4626-30CC1ADF7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37409-FF41-7868-43AE-C70A530C2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253B-A3FE-4FA1-B417-3FB5CC6F0534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17BD6-C7F6-4FD6-D23C-8048E7C4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3CE35-6FDD-69C8-D352-C32A1AF9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213A-AA85-4280-919F-D03C7EAD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276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416F10-C8D5-55BC-C39B-9CAF5C9F9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C9129-6180-E36A-B1B6-DFDB2B26F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6DB57-63B8-F09C-283C-D85C095DD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2253B-A3FE-4FA1-B417-3FB5CC6F0534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02120-B686-C63C-B30A-EBF1AF558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7CB1D-3F16-D29E-6687-173041D10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0213A-AA85-4280-919F-D03C7EAD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10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2F52A-E605-DD28-A3FC-37B77015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D2B6A-0976-F3EF-F818-6D85AD0FD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017EF-DA37-26E9-752A-C9BBFEB92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2253B-A3FE-4FA1-B417-3FB5CC6F0534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9B764-023B-AC69-18C2-53F5B5F54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5CDD3-1F95-8393-7A62-0872C06CD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0213A-AA85-4280-919F-D03C7EAD6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41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532E1E-2C8A-40D7-5E68-3FEE4B64AFD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59355" y="81915"/>
            <a:ext cx="6926579" cy="654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73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DA7EA99-984C-4092-BFD9-24779B58B1AA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Babasaheb Mane</dc:creator>
  <cp:lastModifiedBy>Babasaheb Mane</cp:lastModifiedBy>
  <cp:revision>4</cp:revision>
  <dcterms:created xsi:type="dcterms:W3CDTF">2026-04-16T08:16:52Z</dcterms:created>
  <dcterms:modified xsi:type="dcterms:W3CDTF">2026-04-23T15:54:55Z</dcterms:modified>
</cp:coreProperties>
</file>